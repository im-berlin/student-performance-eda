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7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180453e72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180453e7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27.png"/><Relationship Id="rId10" Type="http://schemas.openxmlformats.org/officeDocument/2006/relationships/image" Target="../media/image45.png"/><Relationship Id="rId9" Type="http://schemas.openxmlformats.org/officeDocument/2006/relationships/image" Target="../media/image40.png"/><Relationship Id="rId5" Type="http://schemas.openxmlformats.org/officeDocument/2006/relationships/image" Target="../media/image44.png"/><Relationship Id="rId6" Type="http://schemas.openxmlformats.org/officeDocument/2006/relationships/image" Target="../media/image31.png"/><Relationship Id="rId7" Type="http://schemas.openxmlformats.org/officeDocument/2006/relationships/image" Target="../media/image34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198134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35442" y="3505348"/>
            <a:ext cx="8921115" cy="123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Exploratory Data Analysis of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Student Academic Performance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75125" y="5956604"/>
            <a:ext cx="84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Ansh Gautam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35150" y="1140225"/>
            <a:ext cx="84963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Thiranex</a:t>
            </a:r>
            <a:b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US" sz="1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20-06-2026</a:t>
            </a:r>
            <a:endParaRPr b="1" sz="1800"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9762" y="2552848"/>
            <a:ext cx="752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14773"/>
            <a:ext cx="3429000" cy="3571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714773"/>
            <a:ext cx="3429000" cy="3571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714773"/>
            <a:ext cx="3429000" cy="3571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1500"/>
            <a:ext cx="11049000" cy="107647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355883" y="3838723"/>
            <a:ext cx="186023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EDA?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381648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Exploratory Data Analysis is the essential process of analyzing datasets to summarize their main characteristics, often employing advanced visual methods.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510926" y="3838723"/>
            <a:ext cx="117014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Purpose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76775" y="4381648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uncover underlying patterns, spot anomalies, test hypotheses, and thoroughly check assumptions regarding student academic performance.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60894" y="3838723"/>
            <a:ext cx="169021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Importance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86775" y="4381648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Facilitates data-driven decision making, enabling educators and policymakers to implement targeted interventions for overall student success.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31529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31529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4550" y="3152923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164797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Introduction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2314723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erate a picrture to put in slide 3 accoeding to the information mentioned"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25229"/>
            <a:ext cx="5286375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985444"/>
            <a:ext cx="5286375" cy="1301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1500"/>
            <a:ext cx="11049000" cy="7545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057275" y="3511004"/>
            <a:ext cx="43148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11.91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57275" y="4892129"/>
            <a:ext cx="4314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Average Final Grade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34125" y="2392858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Metrics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619875" y="5223569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Key Insight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619875" y="5499794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 students achieved an average level of academic performance.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62750" y="3031033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Average Age: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16.74 years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62750" y="3495823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Median Grade: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62750" y="3960614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Maximum Grade: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19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62750" y="4425404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Minimum Grade: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04055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50534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3970139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1326058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Statistical Summary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99280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47650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2953791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Distribution Insights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000125" y="3591966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 grades fall prominently between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10 and 15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 the defined grading scale.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000125" y="433104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overall distribution closely resembles 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normal distribution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(bell curve).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00125" y="507012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There are very few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extreme performers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at the absolute top or bottom of the scale.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014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4057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7965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1409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Grade Distribution Analysis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20764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7" title="Grade_Distributi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34125" y="2476500"/>
            <a:ext cx="55507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7650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334125" y="332333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Study Effort vs. Grades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762750" y="396150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Higher study time corresponds to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higher median grades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across the entire student population.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762750" y="470058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There is a consistent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positive relationship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between dedicated study effort and overall academic success.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9710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7101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1409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Study Time Impact Analysis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20764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 title="Studytime_vs_Grad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175" y="2452675"/>
            <a:ext cx="55507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47650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332333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Absences vs. Grades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000125" y="396150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Students with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fewer absences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generally perform much better in their final evaluations.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000125" y="470058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Regular attendance directly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influences and improves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positive academic outcomes.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7103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01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1409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Attendance Impact Analysis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20764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9" title="Absences_vs_Grad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4126" y="2486025"/>
            <a:ext cx="5286374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7650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6334125" y="332333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by Gender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762750" y="396150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Female students show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slightly higher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average grades compared to their male peers.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762750" y="470058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However, the overall performance difference between genders remains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relatively small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97103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7101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14097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Gender Performance Analysis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20764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0" title="Gender_vs_Grade.png"/>
          <p:cNvPicPr preferRelativeResize="0"/>
          <p:nvPr/>
        </p:nvPicPr>
        <p:blipFill rotWithShape="1">
          <a:blip r:embed="rId7">
            <a:alphaModFix/>
          </a:blip>
          <a:srcRect b="0" l="6204" r="3495" t="0"/>
          <a:stretch/>
        </p:blipFill>
        <p:spPr>
          <a:xfrm>
            <a:off x="307175" y="2452675"/>
            <a:ext cx="55507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79241"/>
            <a:ext cx="5286375" cy="1991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60764"/>
            <a:ext cx="5286375" cy="1125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3259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1500"/>
            <a:ext cx="11049000" cy="75039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71500" y="2388691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Grade Relationships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66775" y="3274516"/>
            <a:ext cx="4695825" cy="279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G2 to G3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866775" y="3687365"/>
            <a:ext cx="4695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866775" y="3839765"/>
            <a:ext cx="4695825" cy="279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G1 to G2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866775" y="4252614"/>
            <a:ext cx="4695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866775" y="4405014"/>
            <a:ext cx="4695825" cy="269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G1 to G3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809625" y="5351264"/>
            <a:ext cx="4857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Key Conclusion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09625" y="5608439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Previous grades are the strongest statistical indicators of future academic performance.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66775" y="3295203"/>
            <a:ext cx="752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G2 to G3</a:t>
            </a:r>
            <a:endParaRPr/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43436" y="3274516"/>
            <a:ext cx="2119163" cy="26997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866775" y="3860452"/>
            <a:ext cx="752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G1 to G2</a:t>
            </a:r>
            <a:endParaRPr/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43436" y="3839765"/>
            <a:ext cx="2119163" cy="26997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866775" y="4425701"/>
            <a:ext cx="752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G1 to G3</a:t>
            </a:r>
            <a:endParaRPr/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43436" y="4405014"/>
            <a:ext cx="2119163" cy="26997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571500" y="1321891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Correlation Analysis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571500" y="198864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1" title="Correlation_Heatmap.png"/>
          <p:cNvPicPr preferRelativeResize="0"/>
          <p:nvPr/>
        </p:nvPicPr>
        <p:blipFill rotWithShape="1">
          <a:blip r:embed="rId10">
            <a:alphaModFix/>
          </a:blip>
          <a:srcRect b="0" l="4805" r="13468" t="6916"/>
          <a:stretch/>
        </p:blipFill>
        <p:spPr>
          <a:xfrm>
            <a:off x="6334125" y="2388700"/>
            <a:ext cx="5550699" cy="41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7412" y="4502646"/>
            <a:ext cx="2571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1714500" y="4931271"/>
            <a:ext cx="8763000" cy="10668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"Exploratory Data Analysis provided valuable insights into academic performance patterns and demonstrated the immense importance of study habits, attendance, and prior achievement in determining overall student outcomes."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762125" y="1607194"/>
            <a:ext cx="909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Study Time: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Positively affects academic grades and long-term outcomes.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1762125" y="2071985"/>
            <a:ext cx="909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Absenteeism: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Negatively affects grades; higher absences reliably lead to poorer performance.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762125" y="2536775"/>
            <a:ext cx="909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 Achievement: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Previous grades strongly predict final grades, while academic failures significantly reduce future performance.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762125" y="3275855"/>
            <a:ext cx="909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Project Success: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EDA successfully identified the major contextual factors affecting student success.</a:t>
            </a:r>
            <a:endParaRPr/>
          </a:p>
        </p:txBody>
      </p:sp>
      <p:pic>
        <p:nvPicPr>
          <p:cNvPr descr="image.png"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6167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08151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2546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328538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571500" y="540394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Findings and Conclusion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1207144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